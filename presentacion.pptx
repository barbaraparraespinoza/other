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B7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B72"/>
                </a:solidFill>
                <a:latin typeface="Calibri"/>
              </a:rPr>
              <a:t>Ventas por trimestre (datos de ejemplo)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185</c:v>
                </c:pt>
                <c:pt idx="3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 el nombre de la empresa y el subtítulo.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a la empresa. Las cifras son de ejemplo: cámbialas por las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Contrasta el problema con la oportunidad que ve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líneas de producto o servicio. Cambia títulos y descripciones.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del gráfico y el porcentaje son ejemplos. Edita el gráfico con clic derecho &gt; Editar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hitos. Ajusta fechas y descripciones.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Coloca tus datos de contacto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548640"/>
            <a:ext cx="3108960" cy="310896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0" y="3017520"/>
            <a:ext cx="1371600" cy="137160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5544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8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CORPORATIVA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[Nombre de la empresa]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somos, qué hacemos y hacia dónde vamos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Quiénes somos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una empresa dedicada a [describe tu actividad principal].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Misión: [qué hacemos y para quién].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[dónde queremos estar en 5 años].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 [tres o cuatro valores clave].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03520" y="1371600"/>
            <a:ext cx="3383280" cy="86868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0" y="1371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0" y="2423160"/>
            <a:ext cx="3383280" cy="86868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24231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423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atendidos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3474720"/>
            <a:ext cx="3383280" cy="86868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474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474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 el equipo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la oportunidad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10896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[Dolor o problema del mercado]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 qué las soluciones actuales no bastan]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[Costo de no resolverlo]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3108960"/>
          </a:xfrm>
          <a:prstGeom prst="rect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30352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oportunidad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21488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[Cómo lo resolvemos de forma distinta]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[Tamaño o potencial del mercado]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[Ventaja frente a la competencia]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31920" y="2468880"/>
            <a:ext cx="822960" cy="82296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26746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solución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777240" cy="7772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en una o dos frases qué ofrece y qué problema resuelve.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645920"/>
            <a:ext cx="777240" cy="7772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2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en una o dos frases qué ofrece y qué problema resuelve.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645920"/>
            <a:ext cx="777240" cy="7772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18402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3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en una o dos frases qué ofrece y qué problema resuelve.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solidFill>
            <a:srgbClr val="0F2F3A"/>
          </a:solidFill>
          <a:ln w="12700">
            <a:solidFill>
              <a:srgbClr val="0F2F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26480" y="1554480"/>
            <a:ext cx="640080" cy="6400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anual frente al año anterior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2331720"/>
            <a:ext cx="6309360" cy="0"/>
          </a:xfrm>
          <a:prstGeom prst="line">
            <a:avLst/>
          </a:prstGeom>
          <a:noFill/>
          <a:ln w="31750">
            <a:solidFill>
              <a:srgbClr val="1C7C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0"/>
            <a:ext cx="640080" cy="6400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Lanzamiento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principal del período.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clientes o mercados.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de producto y procesos.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201168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y crecimiento.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108960" cy="310896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8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¿Conversamos?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correo@empresa.com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6004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+00 000 000 000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433197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www.empresa.com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corporativa</dc:title>
  <dc:subject>PptxGenJS Presentation</dc:subject>
  <dc:creator>PptxGenJS</dc:creator>
  <cp:lastModifiedBy>PptxGenJS</cp:lastModifiedBy>
  <cp:revision>1</cp:revision>
  <dcterms:created xsi:type="dcterms:W3CDTF">2026-09-30T21:42:01Z</dcterms:created>
  <dcterms:modified xsi:type="dcterms:W3CDTF">2026-09-30T21:42:01Z</dcterms:modified>
</cp:coreProperties>
</file>